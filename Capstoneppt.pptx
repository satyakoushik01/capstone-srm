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ato Heavy" charset="1" panose="020F0502020204030203"/>
      <p:regular r:id="rId24"/>
    </p:embeddedFont>
    <p:embeddedFont>
      <p:font typeface="Canva Sans Bold Italics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3771" y="2221497"/>
            <a:ext cx="8875581" cy="5167442"/>
            <a:chOff x="0" y="0"/>
            <a:chExt cx="2337601" cy="1360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7602" cy="1360972"/>
            </a:xfrm>
            <a:custGeom>
              <a:avLst/>
              <a:gdLst/>
              <a:ahLst/>
              <a:cxnLst/>
              <a:rect r="r" b="b" t="t" l="l"/>
              <a:pathLst>
                <a:path h="1360972" w="2337602">
                  <a:moveTo>
                    <a:pt x="0" y="0"/>
                  </a:moveTo>
                  <a:lnTo>
                    <a:pt x="2337602" y="0"/>
                  </a:lnTo>
                  <a:lnTo>
                    <a:pt x="2337602" y="1360972"/>
                  </a:lnTo>
                  <a:lnTo>
                    <a:pt x="0" y="1360972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7601" cy="1399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233632"/>
            <a:ext cx="9842025" cy="252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sz="4467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Advancing Biometric Authentication: A Framework </a:t>
            </a:r>
            <a:r>
              <a:rPr lang="en-US" sz="4467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for Template Reconstruction Attack Detection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05149"/>
            <a:ext cx="9842025" cy="70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8"/>
              </a:lnSpc>
            </a:pPr>
            <a:r>
              <a:rPr lang="en-US" b="true" sz="3867" u="sng">
                <a:solidFill>
                  <a:srgbClr val="C5C4C6"/>
                </a:solidFill>
                <a:latin typeface="Lato Heavy"/>
                <a:ea typeface="Lato Heavy"/>
                <a:cs typeface="Lato Heavy"/>
                <a:sym typeface="Lato Heavy"/>
              </a:rPr>
              <a:t>PRESENTED BY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4942265"/>
            <a:ext cx="11685713" cy="244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sz="3216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K. Babinadh - AP22110010314</a:t>
            </a:r>
          </a:p>
          <a:p>
            <a:pPr algn="ctr">
              <a:lnSpc>
                <a:spcPts val="4889"/>
              </a:lnSpc>
            </a:pPr>
            <a:r>
              <a:rPr lang="en-US" sz="3216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Y. Teja - AP22110010409</a:t>
            </a:r>
          </a:p>
          <a:p>
            <a:pPr algn="ctr">
              <a:lnSpc>
                <a:spcPts val="4889"/>
              </a:lnSpc>
            </a:pPr>
            <a:r>
              <a:rPr lang="en-US" sz="3216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D. Satya Koushik - AP22110010454</a:t>
            </a:r>
          </a:p>
          <a:p>
            <a:pPr algn="ctr">
              <a:lnSpc>
                <a:spcPts val="4889"/>
              </a:lnSpc>
            </a:pPr>
            <a:r>
              <a:rPr lang="en-US" sz="3216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M. Nithin Sai - AP22110010406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0206" y="7512764"/>
            <a:ext cx="9842025" cy="70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8"/>
              </a:lnSpc>
            </a:pPr>
            <a:r>
              <a:rPr lang="en-US" b="true" sz="3867" u="sng">
                <a:solidFill>
                  <a:srgbClr val="C5C4C6"/>
                </a:solidFill>
                <a:latin typeface="Lato Heavy"/>
                <a:ea typeface="Lato Heavy"/>
                <a:cs typeface="Lato Heavy"/>
                <a:sym typeface="Lato Heavy"/>
              </a:rPr>
              <a:t>UNDER SUPERVISION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856" y="8327810"/>
            <a:ext cx="11685713" cy="59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sz="3216" b="true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Dr. Dilip Kumar Vallabhadas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05742" y="9114759"/>
            <a:ext cx="4210503" cy="873230"/>
            <a:chOff x="0" y="0"/>
            <a:chExt cx="1108939" cy="2299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8939" cy="229987"/>
            </a:xfrm>
            <a:custGeom>
              <a:avLst/>
              <a:gdLst/>
              <a:ahLst/>
              <a:cxnLst/>
              <a:rect r="r" b="b" t="t" l="l"/>
              <a:pathLst>
                <a:path h="229987" w="1108939">
                  <a:moveTo>
                    <a:pt x="0" y="0"/>
                  </a:moveTo>
                  <a:lnTo>
                    <a:pt x="1108939" y="0"/>
                  </a:lnTo>
                  <a:lnTo>
                    <a:pt x="1108939" y="229987"/>
                  </a:lnTo>
                  <a:lnTo>
                    <a:pt x="0" y="229987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08939" cy="26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54375" y="9824922"/>
            <a:ext cx="3086100" cy="621982"/>
            <a:chOff x="0" y="0"/>
            <a:chExt cx="812800" cy="163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63814"/>
            </a:xfrm>
            <a:custGeom>
              <a:avLst/>
              <a:gdLst/>
              <a:ahLst/>
              <a:cxnLst/>
              <a:rect r="r" b="b" t="t" l="l"/>
              <a:pathLst>
                <a:path h="1638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3814"/>
                  </a:lnTo>
                  <a:lnTo>
                    <a:pt x="0" y="163814"/>
                  </a:lnTo>
                  <a:close/>
                </a:path>
              </a:pathLst>
            </a:custGeom>
            <a:solidFill>
              <a:srgbClr val="1615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01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26771" y="2067259"/>
            <a:ext cx="3727604" cy="1350246"/>
            <a:chOff x="0" y="0"/>
            <a:chExt cx="981756" cy="3556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1756" cy="355620"/>
            </a:xfrm>
            <a:custGeom>
              <a:avLst/>
              <a:gdLst/>
              <a:ahLst/>
              <a:cxnLst/>
              <a:rect r="r" b="b" t="t" l="l"/>
              <a:pathLst>
                <a:path h="355620" w="981756">
                  <a:moveTo>
                    <a:pt x="0" y="0"/>
                  </a:moveTo>
                  <a:lnTo>
                    <a:pt x="981756" y="0"/>
                  </a:lnTo>
                  <a:lnTo>
                    <a:pt x="981756" y="355620"/>
                  </a:lnTo>
                  <a:lnTo>
                    <a:pt x="0" y="355620"/>
                  </a:lnTo>
                  <a:close/>
                </a:path>
              </a:pathLst>
            </a:custGeom>
            <a:solidFill>
              <a:srgbClr val="16151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81756" cy="393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289552" y="2786480"/>
            <a:ext cx="3350923" cy="72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</a:pPr>
            <a:r>
              <a:rPr lang="en-US" b="true" sz="4258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Our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24934" y="9515915"/>
            <a:ext cx="3086100" cy="1285435"/>
            <a:chOff x="0" y="0"/>
            <a:chExt cx="812800" cy="338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338551"/>
            </a:xfrm>
            <a:custGeom>
              <a:avLst/>
              <a:gdLst/>
              <a:ahLst/>
              <a:cxnLst/>
              <a:rect r="r" b="b" t="t" l="l"/>
              <a:pathLst>
                <a:path h="3385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8551"/>
                  </a:lnTo>
                  <a:lnTo>
                    <a:pt x="0" y="338551"/>
                  </a:lnTo>
                  <a:close/>
                </a:path>
              </a:pathLst>
            </a:custGeom>
            <a:solidFill>
              <a:srgbClr val="18171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376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82061" y="9495483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8161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67807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03498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715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32227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89244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96315" y="9538356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81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6686" y="9769642"/>
            <a:ext cx="19338801" cy="3086100"/>
            <a:chOff x="0" y="0"/>
            <a:chExt cx="509334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93347" cy="812800"/>
            </a:xfrm>
            <a:custGeom>
              <a:avLst/>
              <a:gdLst/>
              <a:ahLst/>
              <a:cxnLst/>
              <a:rect r="r" b="b" t="t" l="l"/>
              <a:pathLst>
                <a:path h="812800" w="5093347">
                  <a:moveTo>
                    <a:pt x="0" y="0"/>
                  </a:moveTo>
                  <a:lnTo>
                    <a:pt x="5093347" y="0"/>
                  </a:lnTo>
                  <a:lnTo>
                    <a:pt x="509334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7161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933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050801" y="-2603667"/>
            <a:ext cx="19338801" cy="3086100"/>
            <a:chOff x="0" y="0"/>
            <a:chExt cx="509334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3347" cy="812800"/>
            </a:xfrm>
            <a:custGeom>
              <a:avLst/>
              <a:gdLst/>
              <a:ahLst/>
              <a:cxnLst/>
              <a:rect r="r" b="b" t="t" l="l"/>
              <a:pathLst>
                <a:path h="812800" w="5093347">
                  <a:moveTo>
                    <a:pt x="0" y="0"/>
                  </a:moveTo>
                  <a:lnTo>
                    <a:pt x="5093347" y="0"/>
                  </a:lnTo>
                  <a:lnTo>
                    <a:pt x="509334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7161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334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11229" y="9582075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74663" y="9722642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15485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44591" y="9258300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171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99062" y="9479853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81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61015" y="9567171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81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DAHDjQu3aW4</dc:identifier>
  <dcterms:modified xsi:type="dcterms:W3CDTF">2011-08-01T06:04:30Z</dcterms:modified>
  <cp:revision>1</cp:revision>
  <dc:title>urop.pptx</dc:title>
</cp:coreProperties>
</file>